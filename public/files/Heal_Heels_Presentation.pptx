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79" r:id="rId8"/>
    <p:sldId id="265" r:id="rId9"/>
    <p:sldId id="266" r:id="rId10"/>
    <p:sldId id="267" r:id="rId11"/>
    <p:sldId id="268" r:id="rId12"/>
    <p:sldId id="280" r:id="rId13"/>
    <p:sldId id="270" r:id="rId14"/>
    <p:sldId id="276" r:id="rId15"/>
    <p:sldId id="278" r:id="rId16"/>
    <p:sldId id="272" r:id="rId17"/>
    <p:sldId id="277" r:id="rId18"/>
    <p:sldId id="257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50C0B2-8702-C298-B189-0F41B31C88B4}" v="1" dt="2023-08-12T02:37:54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3"/>
  </p:normalViewPr>
  <p:slideViewPr>
    <p:cSldViewPr snapToGrid="0" snapToObjects="1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LEE HYUNWOO#" userId="S::hyunwoo001@e.ntu.edu.sg::16e2b73a-ff2e-4e48-8f8b-c69fe8a77d21" providerId="AD" clId="Web-{8250C0B2-8702-C298-B189-0F41B31C88B4}"/>
    <pc:docChg chg="sldOrd">
      <pc:chgData name="#LEE HYUNWOO#" userId="S::hyunwoo001@e.ntu.edu.sg::16e2b73a-ff2e-4e48-8f8b-c69fe8a77d21" providerId="AD" clId="Web-{8250C0B2-8702-C298-B189-0F41B31C88B4}" dt="2023-08-12T02:37:54.610" v="0"/>
      <pc:docMkLst>
        <pc:docMk/>
      </pc:docMkLst>
      <pc:sldChg chg="ord">
        <pc:chgData name="#LEE HYUNWOO#" userId="S::hyunwoo001@e.ntu.edu.sg::16e2b73a-ff2e-4e48-8f8b-c69fe8a77d21" providerId="AD" clId="Web-{8250C0B2-8702-C298-B189-0F41B31C88B4}" dt="2023-08-12T02:37:54.610" v="0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829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6.png"/><Relationship Id="rId5" Type="http://schemas.openxmlformats.org/officeDocument/2006/relationships/image" Target="../media/image7.jp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En3o21d0ZNeqcaXcz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nVK3XCQS15zMwGjkG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KuTh4itICyTEMxS9U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Kx8Q_dHR8F1JKUHqr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height adjustment">
            <a:hlinkClick r:id="" action="ppaction://media"/>
            <a:extLst>
              <a:ext uri="{FF2B5EF4-FFF2-40B4-BE49-F238E27FC236}">
                <a16:creationId xmlns:a16="http://schemas.microsoft.com/office/drawing/2014/main" id="{761C5C05-7A31-4C4C-B012-339D53AEDE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50044" y="1943100"/>
            <a:ext cx="3621881" cy="2037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CF1D9D-57AB-4F52-9A44-75A748C25A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3" y="1061627"/>
            <a:ext cx="3707607" cy="881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A9E55F-E062-4553-8283-6B7A490DA4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2" y="3980408"/>
            <a:ext cx="3707607" cy="881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6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Kxo4T_ZN5ZLy696sz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4114F6-A63C-4385-8E58-C702F82DF4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44" y="1061627"/>
            <a:ext cx="3707607" cy="881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465B94-2FBB-4B40-BB21-585C1AE6F3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44" y="3980410"/>
            <a:ext cx="3707607" cy="881474"/>
          </a:xfrm>
          <a:prstGeom prst="rect">
            <a:avLst/>
          </a:prstGeom>
        </p:spPr>
      </p:pic>
      <p:pic>
        <p:nvPicPr>
          <p:cNvPr id="8" name="flexible">
            <a:hlinkClick r:id="" action="ppaction://media"/>
            <a:extLst>
              <a:ext uri="{FF2B5EF4-FFF2-40B4-BE49-F238E27FC236}">
                <a16:creationId xmlns:a16="http://schemas.microsoft.com/office/drawing/2014/main" id="{E9822A94-3352-4079-9814-BF88F394B1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50044" y="1943102"/>
            <a:ext cx="3621882" cy="20373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6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Q4MjDkENe2Q5L1tZt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transformation">
            <a:hlinkClick r:id="" action="ppaction://media"/>
            <a:extLst>
              <a:ext uri="{FF2B5EF4-FFF2-40B4-BE49-F238E27FC236}">
                <a16:creationId xmlns:a16="http://schemas.microsoft.com/office/drawing/2014/main" id="{AC6A1B9D-A4BB-49FC-851C-599E2775FE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50044" y="1943102"/>
            <a:ext cx="3621881" cy="2037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30A0C2-6D2D-42DB-BC0E-CD3C0874B4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4" y="1061627"/>
            <a:ext cx="3707607" cy="881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71C2CB-128F-4E00-A5D6-8CE229C43F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4" y="3980410"/>
            <a:ext cx="3707607" cy="881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mmb_EEXUlTVVC-l02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neYTZ2F7VInVOa-pM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FsR0vHU5umB68VZR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EoIFe0B71c83MJrl-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En3oKyXeEvDYxPUX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nn92SZaDNjo_m3IyP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QFPrEJSUmKl_lyEw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QSA3xoABVU7fDeI5X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pEHgdg023_J4PWNb-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F0uo1ozvqzc10GBP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pDcx3zZxJPUo_85G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lEnhQRMvfKdvP7cJQ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-MmE7paB4j4NA4ko9qXx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19</Words>
  <Application>Microsoft Office PowerPoint</Application>
  <PresentationFormat>On-screen Show (16:9)</PresentationFormat>
  <Paragraphs>19</Paragraphs>
  <Slides>19</Slides>
  <Notes>19</Notes>
  <HiddenSlides>0</HiddenSlides>
  <MMClips>3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#LEE HYUNWOO#</cp:lastModifiedBy>
  <cp:revision>6</cp:revision>
  <dcterms:created xsi:type="dcterms:W3CDTF">2021-11-04T11:12:49Z</dcterms:created>
  <dcterms:modified xsi:type="dcterms:W3CDTF">2023-08-12T02:37:55Z</dcterms:modified>
</cp:coreProperties>
</file>